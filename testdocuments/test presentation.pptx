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bin" ContentType="application/vnd.openxmlformats-officedocument.oleObject"/>
  <Default Extension="rels" ContentType="application/vnd.openxmlformats-package.relationships+xml"/>
  <Default Extension="wmf" ContentType="image/x-wmf"/>
  <Default Extension="jpeg" ContentType="image/jpeg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12192000"/>
  <p:defaultTextStyle>
    <a:defPPr>
      <a:defRPr lang="e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47" d="115"/>
          <a:sy n="105" d="108"/>
        </p:scale>
        <p:origin x="47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A7B87-22F9-4506-994C-FE1B47519610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453030" name="Titre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81862191" name="Sous-titre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739135924" name="Espace réservé de la date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1215985157" name="Espace réservé du pied de page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04454890" name="Espace réservé du numéro de diapositive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409928" name="Titr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19368556" name="Espace réservé du contenu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84074234" name="Espace réservé de la date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821882595" name="Espace réservé du pied de page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49267792" name="Espace réservé du numéro de diapositive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223052" name="Titr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2973196" name="Espace réservé du texte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983441713" name="Espace réservé de la date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99295312" name="Espace réservé du pied de page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49366280" name="Espace réservé du numéro de diapositive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242414" name="Titr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45302812" name="Espace réservé du contenu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120313938" name="Espace réservé du contenu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44556200" name="Espace réservé de la date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146559219" name="Espace réservé du pied de page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06076363" name="Espace réservé du numéro de diapositive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594352" name="Titr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476977766" name="Espace réservé du texte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39382996" name="Espace réservé du contenu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9585842" name="Espace réservé du texte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752844180" name="Espace réservé du contenu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458801695" name="Espace réservé de la date 6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1988576084" name="Espace réservé du pied de page 7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01713958" name="Espace réservé du numéro de diapositive 8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206093" name="Titr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1332384" name="Espace réservé de la date 2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460023142" name="Espace réservé du pied de page 3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96765645" name="Espace réservé du numéro de diapositive 4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646138" name="Espace réservé de la date 1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1205785515" name="Espace réservé du pied de page 2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23295365" name="Espace réservé du numéro de diapositive 3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290751" name="Titr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17947919" name="Espace réservé du contenu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30836951" name="Espace réservé du texte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104124578" name="Espace réservé de la date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162454242" name="Espace réservé du pied de page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77576657" name="Espace réservé du numéro de diapositive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311820" name="Titr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17241465" name="Espace réservé pour une image  2" hidden="0"/>
          <p:cNvSpPr>
            <a:spLocks noGrp="1"/>
          </p:cNvSpPr>
          <p:nvPr isPhoto="0" userDrawn="0">
            <p:ph type="pic"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2127871551" name="Espace réservé du texte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837568508" name="Espace réservé de la date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478756360" name="Espace réservé du pied de page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34541441" name="Espace réservé du numéro de diapositive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5831" name="Titre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50089491" name="Espace réservé du texte vertical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648175385" name="Espace réservé de la date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414407853" name="Espace réservé du pied de page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90442861" name="Espace réservé du numéro de diapositive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111885" name="Titre vertical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870179355" name="Espace réservé du texte vertical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17277334" name="Espace réservé de la date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670037376" name="Espace réservé du pied de page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16731145" name="Espace réservé du numéro de diapositive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510251B9-8886-412C-8C92-36824EE89554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450723" name="Espace réservé du titre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04367574" name="Espace réservé du texte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005612504" name="Espace réservé de la date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F1B2DB4-5BBE-4C1D-B64D-8AA0C2A19F9F}" type="datetimeFigureOut">
              <a:rPr lang="fr-FR"/>
              <a:t>30/10/2025</a:t>
            </a:fld>
            <a:endParaRPr lang="fr-FR"/>
          </a:p>
        </p:txBody>
      </p:sp>
      <p:sp>
        <p:nvSpPr>
          <p:cNvPr id="1155886900" name="Espace réservé du pied de page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3652654" name="Espace réservé du numéro de diapositive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0251B9-8886-412C-8C92-36824EE89554}" type="slidenum">
              <a:rPr lang="fr-FR"/>
              <a:t>1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558509" name="Titre 1" hidden="0"/>
          <p:cNvSpPr>
            <a:spLocks noGrp="1"/>
          </p:cNvSpPr>
          <p:nvPr isPhoto="0" userDrawn="0">
            <p:ph type="ctr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test text</a:t>
            </a:r>
            <a:endParaRPr lang="fr-FR"/>
          </a:p>
        </p:txBody>
      </p:sp>
      <p:sp>
        <p:nvSpPr>
          <p:cNvPr id="1073682776" name="Sous-titre 2" hidden="0"/>
          <p:cNvSpPr>
            <a:spLocks noGrp="1"/>
          </p:cNvSpPr>
          <p:nvPr isPhoto="0" userDrawn="0">
            <p:ph type="subTitle" idx="1" hasCustomPrompt="0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ONLYOFFICE/2.5.565.0</Application>
  <DocSecurity>0</DocSecurity>
  <PresentationFormat>Grand écran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Thu, October 30, 2025</dc:title>
  <dc:subject/>
  <dc:creator/>
  <cp:keywords/>
  <dc:description/>
  <dc:identifier/>
  <dc:language/>
  <cp:lastModifiedBy>test-user</cp:lastModifiedBy>
  <cp:revision>3</cp:revision>
  <dcterms:created xsi:type="dcterms:W3CDTF">2021-03-17T16:29:21Z</dcterms:created>
  <dcterms:modified xsi:type="dcterms:W3CDTF">2025-10-30T14:53:59Z</dcterms:modified>
  <cp:category/>
  <cp:contentStatus/>
  <cp:version/>
</cp:coreProperties>
</file>